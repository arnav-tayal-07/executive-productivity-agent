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62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4267"/>
            <a:ext cx="10868745" cy="62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Productivity Agent — Assignment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307250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messy executive inputs into a daily action brief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87552"/>
            <a:ext cx="303075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76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879" y="3644205"/>
            <a:ext cx="34135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FACTORY — ASSIGNMENT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86688" y="3644205"/>
            <a:ext cx="31885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ARJUN MALHOTRA, VP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4087316"/>
            <a:ext cx="10868745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Concise demo: product design, architecture, pipeline, and an example daily brief for an enterprise executive.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by Arnav Tayal | Enrollment: E23CSEU1556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988B9-D2AE-B3A0-B3EC-121FB799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5697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2639913"/>
            <a:ext cx="10868745" cy="2452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Executives receive commitments across meetings, email, calendars and messages — information is scattered and inconsistent.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 are relative or vague ("tomorrow", "next week") and often conflict with calendar context.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or unclear actions. Executives need a concise daily brief answering: What did I promise? What needs action today? Who owns what?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fragmentation by converting noisy inputs into a single, actionable daily brief.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DDD82-DF34-265A-641E-FB5DF6FA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478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the agent does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47080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41401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commitments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61475" y="2199580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promises and action statements from transcripts, emails and chats.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247080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841401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Classify ownership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186234" y="2199580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"My Actions" vs "Waiting on Others" and flag unclear ownership.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8509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579416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 deadlines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61475" y="3937595"/>
            <a:ext cx="53438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absolute and relative dates against calendar context.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234" y="2985095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579416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Deduplicate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186234" y="3937595"/>
            <a:ext cx="534398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duplicated actions appearing across multiple inputs.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75063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069384"/>
            <a:ext cx="53438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Flag ambiguity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61475" y="5427563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unclear ownership or vague commitments instead of guessing.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4475063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5069384"/>
            <a:ext cx="534398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 brief &amp; Q&amp;A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186234" y="5427563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a concise Executive Daily Brief and support natural-language queries.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61475" y="608637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End-to-end conversion from noisy inputs to an actionable brief and interactive Q&amp;A.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8D3ECC-8223-E6DC-D6EF-A280A77B9F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915" y="5981578"/>
            <a:ext cx="2391109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908"/>
            <a:ext cx="10868745" cy="42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5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 &amp; source data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3492"/>
            <a:ext cx="4672987" cy="26480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7081" y="1371104"/>
            <a:ext cx="5799489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 categories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737081" y="1777107"/>
            <a:ext cx="5799489" cy="111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transcripts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calendar (Arjun)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people's calendars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Emails, messages and shared documents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37081" y="3029446"/>
            <a:ext cx="5799489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Important people (data sources)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737081" y="3435449"/>
            <a:ext cx="5799489" cy="169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Arjun Malhotra — VP Sales (agent user)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Neha Kapoor — Marketing Lead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Raghav Sethi — Ops Manager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 Rao — Finance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Nair — Meridian Logistics (external)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— internal distribution list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37081" y="5254724"/>
            <a:ext cx="579948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Note:</a:t>
            </a: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reads these sources on Arjun's behalf; Arjun is the primary user and decision-maker.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602049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25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merges structured (calendars) and unstructured (transcripts, email) sources to form a unified action model.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7EEFF6-48D2-62CF-F724-8E0A2B370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429773" y="6591496"/>
            <a:ext cx="1762227" cy="266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35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45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084263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843428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Normalize &amp; Validate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31583" y="3767422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 Extraction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31583" y="2702284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Ingest &amp; Parse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31583" y="1626278"/>
            <a:ext cx="2567678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Sources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475" y="5842397"/>
            <a:ext cx="10868745" cy="48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combines parsing (NLP), symbolic normalization (date resolution, calendar checks) and deterministic validation steps before brief generation.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kern="0" spc="-2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hybrid pipeline (ML + rule-based) ensures traceable transformations and avoids hallucinated ownership.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9A019-4573-4032-D44B-21AF2FC1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891" y="6501308"/>
            <a:ext cx="2391109" cy="356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4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5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reasoning &amp; process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4906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500981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618754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Commitments extraction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1961059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verbs, promises and obligations in text.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63116" y="124906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116" y="1500981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9" name="Text 7"/>
          <p:cNvSpPr/>
          <p:nvPr/>
        </p:nvSpPr>
        <p:spPr>
          <a:xfrm>
            <a:off x="6163116" y="1618754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 Attribution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63116" y="1961059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who made the commitment and intended recipient.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245030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2686348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281999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 Deadline resolution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3162300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relative dates (e.g., "tomorrow") to calendar dates.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63116" y="245030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116" y="2686348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116" y="281999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 Calendar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63116" y="3162300"/>
            <a:ext cx="536710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Cross-check commitments with Arjun's calendar and attendees' calendars.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388669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4106763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25638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 Deduplication &amp; classification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4598690"/>
            <a:ext cx="536710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duplicates and classify: My Action / Waiting on Others / Unclear.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63116" y="388669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63116" y="4106763"/>
            <a:ext cx="5367104" cy="1905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5" name="Text 23"/>
          <p:cNvSpPr/>
          <p:nvPr/>
        </p:nvSpPr>
        <p:spPr>
          <a:xfrm>
            <a:off x="6163116" y="4256385"/>
            <a:ext cx="5367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6. Prioritization &amp; brief generation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116" y="4598690"/>
            <a:ext cx="536710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tasks for today's brief and emit clarifying prompts for ambiguous items.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1475" y="5292130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2F1D63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15" y="5485606"/>
            <a:ext cx="199325" cy="15944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79681" y="5514181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flags ambiguity rather than inventing ownership; clarifying prompts surface to Arjun for confirmation.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61475" y="6061472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Deterministic checks and explicit clarification rules prevent hallucination and preserve executive control.</a:t>
            </a:r>
            <a:endParaRPr lang="en-US" sz="1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DCCCEA1-660B-C34F-D0A1-10DC8E90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891" y="6295003"/>
            <a:ext cx="2391109" cy="508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9851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Example: from messy input to action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83852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transcript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23375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"Arjun: I'll send Raghav the updated vendor list by end of day Wednesday."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13144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extraction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3630513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Commitment: Send updated vendor list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Arjun Malhotra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Recipient: Raghav Sethi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(normalized): Wednesday, 23 September 2026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Category: My Action — Status: Pending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183852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Ambiguous example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32776" y="23375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"Mumbai office renewal paperwork needs someone to sign off this week."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131443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behaviour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32776" y="3630513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action: Mumbai office renewal — sign off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Ownership: </a:t>
            </a: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Unclear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agent flags for clarification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Needs clarification card (do not assign Facilities or another person)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568563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reliably transforms explicit commitments and surface ambiguous items for human clarification.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52B6C8-049E-5C58-BF35-2C0AD986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891" y="6116128"/>
            <a:ext cx="2391109" cy="741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956"/>
            <a:ext cx="10868745" cy="4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6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Daily executive brief (example)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4378"/>
            <a:ext cx="739756" cy="9247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2880" y="1374378"/>
            <a:ext cx="1589544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MY ACTIONS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22880" y="1781076"/>
            <a:ext cx="1589544" cy="346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Send updated vendor list to Raghav — due Wednesday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Reconfirm Meridian Logistics call time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Review Q3 campaign deck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Prepare board prep items (as applicable)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73" y="1374378"/>
            <a:ext cx="739756" cy="9247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95479" y="1374378"/>
            <a:ext cx="158954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WAITING ON OTHERS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95479" y="2081411"/>
            <a:ext cx="1589544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Q3 campaign deck — Neha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July expense variance report — Divya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672" y="1374378"/>
            <a:ext cx="739756" cy="9247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68078" y="1374378"/>
            <a:ext cx="1589544" cy="901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NEEDS CLARIFICATION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68078" y="2381746"/>
            <a:ext cx="1589544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Mumbai office renewal paperwork — ownership unclear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271" y="1374378"/>
            <a:ext cx="739756" cy="9247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40676" y="1374378"/>
            <a:ext cx="158954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UPCOMING / DEADLINES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40676" y="2081411"/>
            <a:ext cx="1589544" cy="346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Campaign deck review — Thursday morning (safer commitment)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Board Prep Session — Thursday, 24 September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Facilities check-in — Friday, 25 September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61475" y="5742087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kern="0" spc="-29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00" kern="0" spc="-2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Concise, card-based brief showing only actions derived from provided inputs; ambiguous ownership is not assumed.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D5A3F6-4050-D246-867B-47880CBEC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0891" y="6475154"/>
            <a:ext cx="2391109" cy="343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4830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63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Q&amp;A / agent interaction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16373"/>
            <a:ext cx="4070744" cy="2289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993503"/>
            <a:ext cx="6336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Example queries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199726" y="2492573"/>
            <a:ext cx="6336745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"What did I promise Raghav?"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"You committed to sending Raghav the updated vendor list by end of day Wednesday, 23 September."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"What needs action today?"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Agent returns today's My Actions filtered by deadline and calendar conflicts.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4543227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answers using extracted commitments, normalized deadlines and calendar checks — not by summarizing unrelated content.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553075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4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Interactive, explainable responses sourced from traceable extractions and calendar validation.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618B5D-BAED-6025-EE55-0B715D119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016" y="6547940"/>
            <a:ext cx="2391109" cy="310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946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Value, AI tools &amp; next steps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2544266"/>
            <a:ext cx="645768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Deliverables: Architecture + process flow, working agent / clickable prototype, and demo assets.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2764234"/>
            <a:ext cx="5848104" cy="332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[GitHub Repository]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 Video]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053" y="1056779"/>
            <a:ext cx="4732418" cy="2681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04053" y="3821509"/>
            <a:ext cx="473241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steps for demo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04053" y="4089102"/>
            <a:ext cx="4732418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walkthrough of ingestion → brief generation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Q&amp;A with the agent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Clarification flow: resolve 'Needs clarification' items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1475" y="4710311"/>
            <a:ext cx="5397464" cy="1358007"/>
          </a:xfrm>
          <a:prstGeom prst="roundRect">
            <a:avLst>
              <a:gd name="adj" fmla="val 365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5892" y="4834731"/>
            <a:ext cx="51486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5892" y="5072757"/>
            <a:ext cx="5148630" cy="871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information overload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commitments explicit and actionable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personal work from dependencies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deadlines and prevents duplicates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ambiguous ownership for clarification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32756" y="4710311"/>
            <a:ext cx="5397464" cy="1358007"/>
          </a:xfrm>
          <a:prstGeom prst="roundRect">
            <a:avLst>
              <a:gd name="adj" fmla="val 3654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7173" y="4834731"/>
            <a:ext cx="51486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tools used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57173" y="5072757"/>
            <a:ext cx="514863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for extraction &amp; Q&amp;A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date normalization &amp; calendar validation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deduplication and classification logic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Char char="•"/>
            </a:pP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development for prototyping and UI generation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151364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900" kern="0" spc="-19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agent converts noisy executive data into transparent, actionable decisions while preserving human oversight and preventing hallucination.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743620-983B-4975-7603-C44EB6D92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224" y="6322217"/>
            <a:ext cx="2391109" cy="512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1019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Petrona Bold</vt:lpstr>
      <vt:lpstr>Inter Bold</vt:lpstr>
      <vt:lpstr>Arial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Arnav Tayal</dc:creator>
  <cp:lastModifiedBy>Arnav Tayal</cp:lastModifiedBy>
  <cp:revision>2</cp:revision>
  <dcterms:created xsi:type="dcterms:W3CDTF">2026-09-17T16:24:55Z</dcterms:created>
  <dcterms:modified xsi:type="dcterms:W3CDTF">2026-09-17T17:23:57Z</dcterms:modified>
</cp:coreProperties>
</file>