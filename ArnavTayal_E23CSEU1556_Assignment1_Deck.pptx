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Petrona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7621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74267"/>
            <a:ext cx="10868745" cy="620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kern="0" spc="-78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Executive Productivity Agent — Assignment 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307250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Turning messy executive inputs into a daily action brief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587552"/>
            <a:ext cx="3030759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876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4879" y="3644205"/>
            <a:ext cx="341353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AI FACTORY — ASSIGNMENT 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786688" y="3644205"/>
            <a:ext cx="318851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USER: ARJUN MALHOTRA, VP SALES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1475" y="4087316"/>
            <a:ext cx="10868745" cy="696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1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Concise demo: product design, architecture, pipeline, and an example daily brief for an enterprise executive.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by Arnav Tayal | Enrollment: E23CSEU1556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6988B9-D2AE-B3A0-B3EC-121FB7991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0891" y="5981578"/>
            <a:ext cx="2391109" cy="8764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65697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kern="0" spc="-63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statement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2639913"/>
            <a:ext cx="10868745" cy="2452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Executives receive commitments across meetings, email, calendars and messages — information is scattered and inconsistent.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Dates are relative or vague ("tomorrow", "next week") and often conflict with calendar context.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Missed or unclear actions. Executives need a concise daily brief answering: What did I promise? What needs action today? Who owns what?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takeaway:</a:t>
            </a: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Reduce fragmentation by converting noisy inputs into a single, actionable daily brief.</a:t>
            </a:r>
            <a:endParaRPr lang="en-US" sz="14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DDDD82-DF34-265A-641E-FB5DF6FA2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0891" y="5981578"/>
            <a:ext cx="2391109" cy="8764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478"/>
            <a:ext cx="10868745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55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the agent does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247080"/>
            <a:ext cx="413434" cy="413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841401"/>
            <a:ext cx="534388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Identify commitments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61475" y="2199580"/>
            <a:ext cx="53438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promises and action statements from transcripts, emails and chats.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6234" y="1247080"/>
            <a:ext cx="413434" cy="4134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86234" y="1841401"/>
            <a:ext cx="534398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Classify ownership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6186234" y="2199580"/>
            <a:ext cx="53439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"My Actions" vs "Waiting on Others" and flag unclear ownership.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985095"/>
            <a:ext cx="413434" cy="413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3579416"/>
            <a:ext cx="534388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Detect deadlines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661475" y="3937595"/>
            <a:ext cx="534388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 absolute and relative dates against calendar context.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6234" y="2985095"/>
            <a:ext cx="413434" cy="4134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86234" y="3579416"/>
            <a:ext cx="534398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Deduplicate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6186234" y="3937595"/>
            <a:ext cx="534398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 duplicated actions appearing across multiple inputs.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475063"/>
            <a:ext cx="413434" cy="41344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069384"/>
            <a:ext cx="534388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Flag ambiguity</a:t>
            </a:r>
            <a:endParaRPr lang="en-US" sz="1700" dirty="0"/>
          </a:p>
        </p:txBody>
      </p:sp>
      <p:sp>
        <p:nvSpPr>
          <p:cNvPr id="17" name="Text 10"/>
          <p:cNvSpPr/>
          <p:nvPr/>
        </p:nvSpPr>
        <p:spPr>
          <a:xfrm>
            <a:off x="661475" y="5427563"/>
            <a:ext cx="53438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unclear ownership or vague commitments instead of guessing.</a:t>
            </a:r>
            <a:endParaRPr lang="en-US" sz="13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6234" y="4475063"/>
            <a:ext cx="413434" cy="41344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86234" y="5069384"/>
            <a:ext cx="534398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Generate brief &amp; Q&amp;A</a:t>
            </a:r>
            <a:endParaRPr lang="en-US" sz="1700" dirty="0"/>
          </a:p>
        </p:txBody>
      </p:sp>
      <p:sp>
        <p:nvSpPr>
          <p:cNvPr id="20" name="Text 12"/>
          <p:cNvSpPr/>
          <p:nvPr/>
        </p:nvSpPr>
        <p:spPr>
          <a:xfrm>
            <a:off x="6186234" y="5427563"/>
            <a:ext cx="53439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 a concise Executive Daily Brief and support natural-language queries.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661475" y="6086376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kern="0" spc="-26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takeaway:</a:t>
            </a: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End-to-end conversion from noisy inputs to an actionable brief and interactive Q&amp;A.</a:t>
            </a:r>
            <a:endParaRPr lang="en-US" sz="13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E8D3ECC-8223-E6DC-D6EF-A280A77B9F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915" y="5981578"/>
            <a:ext cx="2391109" cy="8764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5908"/>
            <a:ext cx="10868745" cy="426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kern="0" spc="-54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Inputs &amp; source data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23492"/>
            <a:ext cx="4672987" cy="26480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37081" y="1371104"/>
            <a:ext cx="5799489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34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Source categories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5737081" y="1777107"/>
            <a:ext cx="5799489" cy="1112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 transcripts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calendar (Arjun)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people's calendars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Emails, messages and shared documents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737081" y="3029446"/>
            <a:ext cx="5799489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34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Important people (data sources)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737081" y="3435449"/>
            <a:ext cx="5799489" cy="1693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Arjun Malhotra — VP Sales (agent user)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Neha Kapoor — Marketing Lead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Raghav Sethi — Ops Manager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Divya Rao — Finance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Priya Nair — Meridian Logistics (external)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Facilities — internal distribution list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737081" y="5254724"/>
            <a:ext cx="5799489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kern="0" spc="-26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Note:</a:t>
            </a:r>
            <a:r>
              <a:rPr lang="en-US" sz="125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agent reads these sources on Arjun's behalf; Arjun is the primary user and decision-maker.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61475" y="6020495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kern="0" spc="-26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takeaway:</a:t>
            </a:r>
            <a:r>
              <a:rPr lang="en-US" sz="125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agent merges structured (calendars) and unstructured (transcripts, email) sources to form a unified action model.</a:t>
            </a:r>
            <a:endParaRPr lang="en-US" sz="12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7EEFF6-48D2-62CF-F724-8E0A2B370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10429773" y="6591496"/>
            <a:ext cx="1762227" cy="2665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309"/>
            <a:ext cx="10868745" cy="35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kern="0" spc="-45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Agent architecture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1084263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4843428"/>
            <a:ext cx="2567678" cy="32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4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Normalize &amp; Validate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31583" y="3767422"/>
            <a:ext cx="2567678" cy="32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4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Info Extraction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431583" y="2702284"/>
            <a:ext cx="2567678" cy="32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4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Ingest &amp; Parse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31583" y="1626278"/>
            <a:ext cx="2567678" cy="32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4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Input Sources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61475" y="5842397"/>
            <a:ext cx="10868745" cy="483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850"/>
              </a:spcAft>
              <a:buNone/>
            </a:pPr>
            <a:r>
              <a:rPr lang="en-US" sz="1050" kern="0" spc="-2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combines parsing (NLP), symbolic normalization (date resolution, calendar checks) and deterministic validation steps before brief generation.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b="1" kern="0" spc="-2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takeaway:</a:t>
            </a:r>
            <a:r>
              <a:rPr lang="en-US" sz="1050" kern="0" spc="-2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hybrid pipeline (ML + rule-based) ensures traceable transformations and avoids hallucinated ownership.</a:t>
            </a:r>
            <a:endParaRPr lang="en-US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9A019-4573-4032-D44B-21AF2FC16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0891" y="6501308"/>
            <a:ext cx="2391109" cy="3566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280"/>
            <a:ext cx="10868745" cy="418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 spc="-53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reasoning &amp; process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249065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1500981"/>
            <a:ext cx="5367104" cy="1905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1618754"/>
            <a:ext cx="5367104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3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1. Commitments extraction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1961059"/>
            <a:ext cx="5367104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verbs, promises and obligations in text.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163116" y="1249065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63116" y="1500981"/>
            <a:ext cx="5367104" cy="1905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9" name="Text 7"/>
          <p:cNvSpPr/>
          <p:nvPr/>
        </p:nvSpPr>
        <p:spPr>
          <a:xfrm>
            <a:off x="6163116" y="1618754"/>
            <a:ext cx="5367104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3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2. Attribution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63116" y="1961059"/>
            <a:ext cx="5367104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who made the commitment and intended recipient.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1475" y="2450306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1475" y="2686348"/>
            <a:ext cx="5367104" cy="1905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2819995"/>
            <a:ext cx="5367104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3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3. Deadline resolution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1475" y="3162300"/>
            <a:ext cx="5367104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 relative dates (e.g., "tomorrow") to calendar dates.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63116" y="2450306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63116" y="2686348"/>
            <a:ext cx="5367104" cy="1905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17" name="Text 15"/>
          <p:cNvSpPr/>
          <p:nvPr/>
        </p:nvSpPr>
        <p:spPr>
          <a:xfrm>
            <a:off x="6163116" y="2819995"/>
            <a:ext cx="5367104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3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4. Calendar validation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63116" y="3162300"/>
            <a:ext cx="5367104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Cross-check commitments with Arjun's calendar and attendees' calendars.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1475" y="3886696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1475" y="4106763"/>
            <a:ext cx="5367104" cy="1905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21" name="Text 19"/>
          <p:cNvSpPr/>
          <p:nvPr/>
        </p:nvSpPr>
        <p:spPr>
          <a:xfrm>
            <a:off x="661475" y="4256385"/>
            <a:ext cx="5367104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3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5. Deduplication &amp; classification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1475" y="4598690"/>
            <a:ext cx="5367104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 duplicates and classify: My Action / Waiting on Others / Unclear.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63116" y="3886696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06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63116" y="4106763"/>
            <a:ext cx="5367104" cy="1905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25" name="Text 23"/>
          <p:cNvSpPr/>
          <p:nvPr/>
        </p:nvSpPr>
        <p:spPr>
          <a:xfrm>
            <a:off x="6163116" y="4256385"/>
            <a:ext cx="5367104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3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6. Prioritization &amp; brief generation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63116" y="4598690"/>
            <a:ext cx="5367104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 tasks for today's brief and emit clarifying prompts for ambiguous items.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1475" y="5292130"/>
            <a:ext cx="10868745" cy="570309"/>
          </a:xfrm>
          <a:prstGeom prst="roundRect">
            <a:avLst>
              <a:gd name="adj" fmla="val 11745"/>
            </a:avLst>
          </a:prstGeom>
          <a:solidFill>
            <a:srgbClr val="2F1D63"/>
          </a:solidFill>
          <a:ln/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15" y="5485606"/>
            <a:ext cx="199325" cy="159445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179681" y="5514181"/>
            <a:ext cx="1080068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flags ambiguity rather than inventing ownership; clarifying prompts surface to Arjun for confirmation.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61475" y="6061472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25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takeaway:</a:t>
            </a:r>
            <a:r>
              <a:rPr lang="en-US" sz="125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Deterministic checks and explicit clarification rules prevent hallucination and preserve executive control.</a:t>
            </a:r>
            <a:endParaRPr lang="en-US" sz="12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DCCCEA1-660B-C34F-D0A1-10DC8E90F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0891" y="6295003"/>
            <a:ext cx="2391109" cy="5082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9851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kern="0" spc="-63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Example: from messy input to action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838523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Raw transcript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61475" y="2337594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"Arjun: I'll send Raghav the updated vendor list by end of day Wednesday."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131443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Agent extraction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61475" y="3630513"/>
            <a:ext cx="5203794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Commitment: Send updated vendor list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Arjun Malhotra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Recipient: Raghav Sethi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Deadline (normalized): Wednesday, 23 September 2026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Category: My Action — Status: Pending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1838523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Ambiguous example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332776" y="2337594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"Mumbai office renewal paperwork needs someone to sign off this week."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32776" y="3131443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Agent behaviour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332776" y="3630513"/>
            <a:ext cx="5203794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action: Mumbai office renewal — sign off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Ownership: </a:t>
            </a:r>
            <a:r>
              <a:rPr lang="en-US" sz="1450" b="1" kern="0" spc="-3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Unclear</a:t>
            </a: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agent flags for clarification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Output: Needs clarification card (do not assign Facilities or another person)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475" y="568563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takeaway:</a:t>
            </a: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agent reliably transforms explicit commitments and surface ambiguous items for human clarification.</a:t>
            </a:r>
            <a:endParaRPr lang="en-US" sz="14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52B6C8-049E-5C58-BF35-2C0AD986A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0891" y="6116128"/>
            <a:ext cx="2391109" cy="7418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956"/>
            <a:ext cx="10868745" cy="480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kern="0" spc="-6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Daily executive brief (example)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74378"/>
            <a:ext cx="739756" cy="9247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2880" y="1374378"/>
            <a:ext cx="1589544" cy="30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3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MY ACTIONS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622880" y="1781076"/>
            <a:ext cx="1589544" cy="3461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Send updated vendor list to Raghav — due Wednesday</a:t>
            </a:r>
            <a:endParaRPr lang="en-US" sz="14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Reconfirm Meridian Logistics call time</a:t>
            </a:r>
            <a:endParaRPr lang="en-US" sz="14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Review Q3 campaign deck</a:t>
            </a:r>
            <a:endParaRPr lang="en-US" sz="14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Prepare board prep items (as applicable)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4073" y="1374378"/>
            <a:ext cx="739756" cy="9247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95479" y="1374378"/>
            <a:ext cx="1589544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3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WAITING ON OTHERS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95479" y="2081411"/>
            <a:ext cx="1589544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Q3 campaign deck — Neha</a:t>
            </a:r>
            <a:endParaRPr lang="en-US" sz="14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July expense variance report — Divya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672" y="1374378"/>
            <a:ext cx="739756" cy="9247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68078" y="1374378"/>
            <a:ext cx="1589544" cy="901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3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NEEDS CLARIFICATION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168078" y="2381746"/>
            <a:ext cx="1589544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Mumbai office renewal paperwork — ownership unclear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271" y="1374378"/>
            <a:ext cx="739756" cy="92471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40676" y="1374378"/>
            <a:ext cx="1589544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3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UPCOMING / DEADLINES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940676" y="2081411"/>
            <a:ext cx="1589544" cy="3461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Campaign deck review — Thursday morning (safer commitment)</a:t>
            </a:r>
            <a:endParaRPr lang="en-US" sz="14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Board Prep Session — Thursday, 24 September</a:t>
            </a:r>
            <a:endParaRPr lang="en-US" sz="14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Facilities check-in — Friday, 25 September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661475" y="5742087"/>
            <a:ext cx="1086874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b="1" kern="0" spc="-29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takeaway:</a:t>
            </a:r>
            <a:r>
              <a:rPr lang="en-US" sz="1400" kern="0" spc="-2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Concise, card-based brief showing only actions derived from provided inputs; ambiguous ownership is not assumed.</a:t>
            </a:r>
            <a:endParaRPr lang="en-US" sz="1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6D5A3F6-4050-D246-867B-47880CBEC4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0891" y="6475154"/>
            <a:ext cx="2391109" cy="3436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4830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kern="0" spc="-63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Q&amp;A / agent interaction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16373"/>
            <a:ext cx="4070744" cy="22897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99726" y="1993503"/>
            <a:ext cx="6336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Example queries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199726" y="2492573"/>
            <a:ext cx="6336745" cy="188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kern="0" spc="-3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Q:</a:t>
            </a: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"What did I promise Raghav?"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​"/>
            </a:pPr>
            <a:r>
              <a:rPr lang="en-US" sz="1450" b="1" kern="0" spc="-3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A:</a:t>
            </a: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"You committed to sending Raghav the updated vendor list by end of day Wednesday, 23 September."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kern="0" spc="-3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Q:</a:t>
            </a: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"What needs action today?"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​"/>
            </a:pPr>
            <a:r>
              <a:rPr lang="en-US" sz="1450" b="1" kern="0" spc="-3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A:</a:t>
            </a: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Agent returns today's My Actions filtered by deadline and calendar conflicts.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199726" y="4543227"/>
            <a:ext cx="6336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answers using extracted commitments, normalized deadlines and calendar checks — not by summarizing unrelated content.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61475" y="553075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takeaway:</a:t>
            </a: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Interactive, explainable responses sourced from traceable extractions and calendar validation.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618B5D-BAED-6025-EE55-0B715D119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8016" y="6547940"/>
            <a:ext cx="2391109" cy="310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2946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Value, AI tools &amp; next steps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1475" y="2544266"/>
            <a:ext cx="645768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Deliverables: Architecture + process flow, working agent / clickable prototype, and demo assets.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2764234"/>
            <a:ext cx="5848104" cy="332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08000"/>
              </a:lnSpc>
              <a:buSzPct val="100000"/>
              <a:buChar char="•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[GitHub Repository]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Char char="•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[Demo Video]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053" y="1056779"/>
            <a:ext cx="4732418" cy="26816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04053" y="3821509"/>
            <a:ext cx="473241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24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Next steps for demo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04053" y="4089102"/>
            <a:ext cx="4732418" cy="512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08000"/>
              </a:lnSpc>
              <a:buSzPct val="100000"/>
              <a:buFont typeface="+mj-lt"/>
              <a:buAutoNum type="arabicPeriod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walkthrough of ingestion → brief generation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Font typeface="+mj-lt"/>
              <a:buAutoNum type="arabicPeriod" startAt="2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Q&amp;A with the agent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Font typeface="+mj-lt"/>
              <a:buAutoNum type="arabicPeriod" startAt="3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Clarification flow: resolve 'Needs clarification' items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61475" y="4710311"/>
            <a:ext cx="5397464" cy="1358007"/>
          </a:xfrm>
          <a:prstGeom prst="roundRect">
            <a:avLst>
              <a:gd name="adj" fmla="val 3654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5892" y="4834731"/>
            <a:ext cx="514863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2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5892" y="5072757"/>
            <a:ext cx="5148630" cy="871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08000"/>
              </a:lnSpc>
              <a:buSzPct val="100000"/>
              <a:buChar char="•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information overload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Char char="•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Makes commitments explicit and actionable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Char char="•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Separates personal work from dependencies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Char char="•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deadlines and prevents duplicates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Char char="•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Surfaces ambiguous ownership for clarification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32756" y="4710311"/>
            <a:ext cx="5397464" cy="1358007"/>
          </a:xfrm>
          <a:prstGeom prst="roundRect">
            <a:avLst>
              <a:gd name="adj" fmla="val 3654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57173" y="4834731"/>
            <a:ext cx="514863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2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tools used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57173" y="5072757"/>
            <a:ext cx="5148630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08000"/>
              </a:lnSpc>
              <a:buSzPct val="100000"/>
              <a:buChar char="•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for extraction &amp; Q&amp;A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Char char="•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Rule-based date normalization &amp; calendar validation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Char char="•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deduplication and classification logic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Char char="•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AI-assisted development for prototyping and UI generation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61475" y="6151364"/>
            <a:ext cx="1147833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takeaway:</a:t>
            </a: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agent converts noisy executive data into transparent, actionable decisions while preserving human oversight and preventing hallucination.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F743620-983B-4975-7603-C44EB6D92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6224" y="6322217"/>
            <a:ext cx="2391109" cy="5123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1019</Words>
  <Application>Microsoft Office PowerPoint</Application>
  <PresentationFormat>Widescreen</PresentationFormat>
  <Paragraphs>138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Inter Bold</vt:lpstr>
      <vt:lpstr>Petrona Bold</vt:lpstr>
      <vt:lpstr>Arial</vt:lpstr>
      <vt:lpstr>Petrona Light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Arnav Tayal</dc:creator>
  <cp:lastModifiedBy>Arnav Tayal</cp:lastModifiedBy>
  <cp:revision>2</cp:revision>
  <dcterms:created xsi:type="dcterms:W3CDTF">2026-09-17T16:24:55Z</dcterms:created>
  <dcterms:modified xsi:type="dcterms:W3CDTF">2026-09-17T16:30:50Z</dcterms:modified>
</cp:coreProperties>
</file>